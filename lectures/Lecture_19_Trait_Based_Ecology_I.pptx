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6e41bf1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6e41bf1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6e41bf1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6e41bf1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6e41bf1c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6e41bf1c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6e41bf1c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6e41bf1c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6e41bf1c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6e41bf1c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6e41bf1c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6e41bf1c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6e41bf1c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6e41bf1c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6e41bf1c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6e41bf1c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6e41bf1c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6e41bf1c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6e41bf1c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6e41bf1c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6e41bf1c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6e41bf1c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6e41bf1c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6e41bf1c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6e41bf1c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6e41bf1c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6e41bf1c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6e41bf1c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Notice that different traits are useful at different levels.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6e41bf1c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6e41bf1c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MPP- morhpo-physio-phenological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6e41bf1c5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6e41bf1c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6e41bf1c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6e41bf1c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6e41bf1c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6e41bf1c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Trait-based Ecology 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Project 3: Trait-based ecology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Trait-based ecology overview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3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Due April 11th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to previous projects and can hopefully build upon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Inspired by grant proposals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2-4 (ish) pages, references don’t count against that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3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You’ll propose a hypothesis and how you’ll test it using trait-based methods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First 1-2 pages: Lay out a hypothesis you propose to test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Related to things we’ve covered in class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Why is it important? Why study it in this system?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re-use old text and references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Last 1-2 pages: Describe how you plan on testing it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Should </a:t>
            </a:r>
            <a:r>
              <a:rPr lang="en"/>
              <a:t>involve at least 5 new references relating to traits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 sure to clarify what traits are being measured and why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Write as though this WILL happen.  “We will measure ….”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3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Haiku sharing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Does anyone want to share what they wrote?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Trait-based ecology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trait?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Lots of variation, with different researchers choosing definitions that often are most applicable to their use cases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Trait-based ecology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trait?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I would argue that the best definition is something like: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“A </a:t>
            </a:r>
            <a:r>
              <a:rPr lang="en"/>
              <a:t>measurable</a:t>
            </a:r>
            <a:r>
              <a:rPr lang="en"/>
              <a:t> property of something”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Trait-based ecology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 observations have 4 critical pieces of information: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b="1" lang="en"/>
              <a:t>Entity:</a:t>
            </a:r>
            <a:r>
              <a:rPr lang="en"/>
              <a:t> What is the thing being measured (e.g., an individual of a species)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b="1" lang="en"/>
              <a:t>Observation:</a:t>
            </a:r>
            <a:r>
              <a:rPr lang="en"/>
              <a:t> The context of the measuring (e.g., location and time)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b="1" lang="en"/>
              <a:t>Measurement:</a:t>
            </a:r>
            <a:r>
              <a:rPr lang="en"/>
              <a:t> The actual measurement itself (e.g., 10 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b="1" lang="en"/>
              <a:t>Trait: </a:t>
            </a:r>
            <a:r>
              <a:rPr lang="en"/>
              <a:t>What is being measured? This should be defined. (e.g., dry mass…)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98" name="Google Shape;98;p20"/>
          <p:cNvSpPr txBox="1"/>
          <p:nvPr/>
        </p:nvSpPr>
        <p:spPr>
          <a:xfrm>
            <a:off x="101100" y="4681800"/>
            <a:ext cx="817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https://traitecoevo.github.io/traits.build-book/database_metadata.html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Trait-based ecology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traits might include things like: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species range size of </a:t>
            </a:r>
            <a:r>
              <a:rPr i="1" lang="en"/>
              <a:t>Loxodonta africana</a:t>
            </a:r>
            <a:r>
              <a:rPr lang="en"/>
              <a:t> in Africa in 2011, measured as the alpha-hull of all observations that year.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mass of an individual of </a:t>
            </a:r>
            <a:r>
              <a:rPr i="1" lang="en"/>
              <a:t>Numida meleagris</a:t>
            </a:r>
            <a:r>
              <a:rPr lang="en"/>
              <a:t> at a given point and time, measured by bagging the individual and weighing them on some scale.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leaf mass of a single leaf of a single individual of </a:t>
            </a:r>
            <a:r>
              <a:rPr i="1" lang="en"/>
              <a:t>Sabal palmetto</a:t>
            </a:r>
            <a:r>
              <a:rPr lang="en"/>
              <a:t> measured at a given point and time, taken as fresh weight.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length of a particular stomate on a particular leaf of a </a:t>
            </a:r>
            <a:r>
              <a:rPr lang="en"/>
              <a:t>particular</a:t>
            </a:r>
            <a:r>
              <a:rPr lang="en"/>
              <a:t> species, measured at some point and time, using a particular method.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Trait-based ecology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there is a lot of flexibility in the term “trait”!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Important to be clear about the entity, observation, measurement, and trait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Lack of clarity can be a big issues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i="1" lang="en"/>
              <a:t>E.g.</a:t>
            </a:r>
            <a:r>
              <a:rPr lang="en"/>
              <a:t>, the mass of </a:t>
            </a:r>
            <a:r>
              <a:rPr i="1" lang="en"/>
              <a:t>Taxodium distichum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Leaf mass? Whole plant mass? Above-ground mass? Mass of all individuals?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it a trait?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Plant growth form (</a:t>
            </a:r>
            <a:r>
              <a:rPr i="1" lang="en"/>
              <a:t>e.g.</a:t>
            </a:r>
            <a:r>
              <a:rPr lang="en"/>
              <a:t>, tree, shrub,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Photosynthetic rate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Maximum lifespan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Genome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Taxonomic Order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Body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Growth rate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Temperature range occupied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Molecular sequence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Habitat type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traits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Often, scientists will talk about “functional” traits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are traits that “</a:t>
            </a:r>
            <a:r>
              <a:rPr i="1" lang="en"/>
              <a:t>impact fitness indirectly via their effects on growth, reproduction and survival, the three components of individual performance</a:t>
            </a:r>
            <a:r>
              <a:rPr lang="en"/>
              <a:t>”</a:t>
            </a:r>
            <a:endParaRPr/>
          </a:p>
          <a:p>
            <a:pPr indent="0" lvl="0" marL="1828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4"/>
          <p:cNvPicPr preferRelativeResize="0"/>
          <p:nvPr/>
        </p:nvPicPr>
        <p:blipFill rotWithShape="1">
          <a:blip r:embed="rId3">
            <a:alphaModFix/>
          </a:blip>
          <a:srcRect b="41346" l="22562" r="23895" t="22409"/>
          <a:stretch/>
        </p:blipFill>
        <p:spPr>
          <a:xfrm>
            <a:off x="2311100" y="2704625"/>
            <a:ext cx="4895726" cy="1864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Non-functional traits?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think of any traits that aren’t functional?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r>
              <a:rPr i="1" lang="en"/>
              <a:t>I.e.</a:t>
            </a:r>
            <a:r>
              <a:rPr lang="en"/>
              <a:t>, those that </a:t>
            </a:r>
            <a:r>
              <a:rPr i="1" lang="en"/>
              <a:t>don’t</a:t>
            </a:r>
            <a:r>
              <a:rPr lang="en"/>
              <a:t> impact growth, survival, or reproduction?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focus on traits?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Generality: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Rather than focusing on particular species in particular systems, we can say things </a:t>
            </a:r>
            <a:r>
              <a:rPr lang="en"/>
              <a:t>about all species in all systems (or at least a larger subset of species/systems).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Quantitative: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 move from species (categorical) to continuous measurements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Links to mechanism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 can focus on traits that are linked to particular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E.g., if we want to work on predation, mouth size might be useful.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predictive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Allow us to say something about potential future scenarios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traits are used</a:t>
            </a:r>
            <a:endParaRPr/>
          </a:p>
        </p:txBody>
      </p:sp>
      <p:pic>
        <p:nvPicPr>
          <p:cNvPr id="141" name="Google Shape;1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100" y="1090825"/>
            <a:ext cx="5719547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7"/>
          <p:cNvPicPr preferRelativeResize="0"/>
          <p:nvPr/>
        </p:nvPicPr>
        <p:blipFill rotWithShape="1">
          <a:blip r:embed="rId4">
            <a:alphaModFix/>
          </a:blip>
          <a:srcRect b="41346" l="22562" r="23895" t="22409"/>
          <a:stretch/>
        </p:blipFill>
        <p:spPr>
          <a:xfrm>
            <a:off x="6456651" y="0"/>
            <a:ext cx="2634826" cy="100332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traits are used</a:t>
            </a:r>
            <a:endParaRPr/>
          </a:p>
        </p:txBody>
      </p:sp>
      <p:pic>
        <p:nvPicPr>
          <p:cNvPr id="148" name="Google Shape;14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85800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8"/>
          <p:cNvPicPr preferRelativeResize="0"/>
          <p:nvPr/>
        </p:nvPicPr>
        <p:blipFill rotWithShape="1">
          <a:blip r:embed="rId4">
            <a:alphaModFix/>
          </a:blip>
          <a:srcRect b="41346" l="22562" r="23895" t="22409"/>
          <a:stretch/>
        </p:blipFill>
        <p:spPr>
          <a:xfrm>
            <a:off x="6456651" y="0"/>
            <a:ext cx="2634826" cy="100332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Trait-based to trait-free spectrum</a:t>
            </a:r>
            <a:endParaRPr/>
          </a:p>
        </p:txBody>
      </p:sp>
      <p:pic>
        <p:nvPicPr>
          <p:cNvPr id="155" name="Google Shape;15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170125"/>
            <a:ext cx="6640881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9"/>
          <p:cNvPicPr preferRelativeResize="0"/>
          <p:nvPr/>
        </p:nvPicPr>
        <p:blipFill rotWithShape="1">
          <a:blip r:embed="rId4">
            <a:alphaModFix/>
          </a:blip>
          <a:srcRect b="37983" l="14207" r="43956" t="31767"/>
          <a:stretch/>
        </p:blipFill>
        <p:spPr>
          <a:xfrm>
            <a:off x="6298276" y="336950"/>
            <a:ext cx="2534026" cy="10306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Traits we use</a:t>
            </a:r>
            <a:endParaRPr/>
          </a:p>
        </p:txBody>
      </p:sp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traits are people in the class working 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Are they functional?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are traits are commonly measured in your field? Why?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Any non-functional traits?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 distributions</a:t>
            </a:r>
            <a:endParaRPr/>
          </a:p>
        </p:txBody>
      </p:sp>
      <p:sp>
        <p:nvSpPr>
          <p:cNvPr id="168" name="Google Shape;168;p31"/>
          <p:cNvSpPr txBox="1"/>
          <p:nvPr/>
        </p:nvSpPr>
        <p:spPr>
          <a:xfrm>
            <a:off x="576775" y="1123850"/>
            <a:ext cx="57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Traits vary!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9" name="Google Shape;169;p31"/>
          <p:cNvPicPr preferRelativeResize="0"/>
          <p:nvPr/>
        </p:nvPicPr>
        <p:blipFill rotWithShape="1">
          <a:blip r:embed="rId3">
            <a:alphaModFix/>
          </a:blip>
          <a:srcRect b="68916" l="0" r="0" t="0"/>
          <a:stretch/>
        </p:blipFill>
        <p:spPr>
          <a:xfrm>
            <a:off x="193425" y="1691675"/>
            <a:ext cx="8757151" cy="267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More traits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