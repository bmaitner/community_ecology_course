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0ea00113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0ea0011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0ea00113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0ea0011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0ea00113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0ea00113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 Environments II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Project 4 reminder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Finals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Student Presentations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4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Reminder: Due Friday, May 8 before midnight.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 late work accepted!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Wednesday, May 7, 12:30 - 2:30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room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Similar to midterm (comprehensive, lots of </a:t>
            </a:r>
            <a:r>
              <a:rPr lang="en"/>
              <a:t>reused</a:t>
            </a:r>
            <a:r>
              <a:rPr lang="en"/>
              <a:t> questions)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10% of your grade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Feel free to bring food or drinks, since they scheduled us at lunch time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Presentation Time!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Final!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