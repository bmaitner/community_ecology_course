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a2a5c958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a2a5c958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a2a5c958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a2a5c958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a2a5c958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a2a5c958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a2a5c958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a2a5c958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a2a5c9589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a2a5c958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a2a5c958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a2a5c958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a2a5c958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a2a5c958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a2a5c958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a2a5c958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a2a5c958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a2a5c958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a2a5c9589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a2a5c9589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a2a5c958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a2a5c958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a2a5c9589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a2a5c9589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a2a5c958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a2a5c958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a2a5c95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a2a5c95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stainabilitymethods.org/index.php/Conceptual_Figure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Patterns IV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995950"/>
            <a:ext cx="8520600" cy="28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Assignment: Conceptual Figures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Student Presentations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“visualisations that do not represent data itself, but help illustrate a theoretical idea or a methodological design. They are often relevant for scientific publications, and can help improve presentations and pitches by making an idea or approach more understandable for the audience.”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https://sustainabilitymethods.org/index.php/Conceptual_Figures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complex ideas more clear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simplified views of a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Cartoon versions of mechanisms or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underappreciated/underutilized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figures - Examples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89127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33014" l="13390" r="39076" t="32082"/>
          <a:stretch/>
        </p:blipFill>
        <p:spPr>
          <a:xfrm>
            <a:off x="4768875" y="1213025"/>
            <a:ext cx="3503150" cy="1446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figures - Examples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340485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37566" l="34770" r="17435" t="27751"/>
          <a:stretch/>
        </p:blipFill>
        <p:spPr>
          <a:xfrm>
            <a:off x="6205875" y="2823700"/>
            <a:ext cx="2779550" cy="113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figures - Examples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688343" cy="382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 rotWithShape="1">
          <a:blip r:embed="rId4">
            <a:alphaModFix/>
          </a:blip>
          <a:srcRect b="29668" l="14177" r="39217" t="33914"/>
          <a:stretch/>
        </p:blipFill>
        <p:spPr>
          <a:xfrm>
            <a:off x="6352074" y="330999"/>
            <a:ext cx="2480227" cy="10901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figures - Examples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5" y="933000"/>
            <a:ext cx="6748975" cy="39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0" y="4765975"/>
            <a:ext cx="57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Enquist et al., </a:t>
            </a:r>
            <a:r>
              <a:rPr i="1" lang="en" sz="800">
                <a:solidFill>
                  <a:schemeClr val="dk2"/>
                </a:solidFill>
              </a:rPr>
              <a:t>in prep</a:t>
            </a:r>
            <a:endParaRPr i="1"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figures - Examples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230707" cy="34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4">
            <a:alphaModFix/>
          </a:blip>
          <a:srcRect b="30245" l="14398" r="38778" t="36999"/>
          <a:stretch/>
        </p:blipFill>
        <p:spPr>
          <a:xfrm>
            <a:off x="6586950" y="185198"/>
            <a:ext cx="2502902" cy="984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 Assignment: Due by Feb 14th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a paper that focuses on Biodiversity-Ecosystem Functioning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Should be one that doesn’t already have a conceptual figure in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Ideally will involve your focal system, but not required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 Assignment: Due by Feb 14th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a paper that focuses on Biodiversity-Ecosystem Functioning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Should be one that doesn’t already have a conceptual figure in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Ideally will involve your focal system, but not required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a conceptual figure and caption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any type of conceptual figure, e.g.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Hypotheses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Methods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Workflows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Concepts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 Assignment: Due by Feb 14th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a paper that focuses on Biodiversity-Ecosystem Functioning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Should be one that doesn’t already have a conceptual figure in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Ideally will involve your focal system, but not required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a conceptual figure and caption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any type of conceptual figure, e.g.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Hypotheses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Methods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Workflows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to canvas as a Word file or PDF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Conceptual figure, caption, reference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Figure Assignment: Due by Feb 14th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Presentations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Biodiversity and Ecosystem Functioning!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