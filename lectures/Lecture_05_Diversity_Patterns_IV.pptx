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2a2a5c9589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2a2a5c9589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2a2a5c9589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2a2a5c9589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2a2a5c958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2a2a5c958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2a2a5c9589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2a2a5c9589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2a2a5c9589_0_1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2a2a5c9589_0_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2a2a5c9589_0_1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2a2a5c9589_0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2a2a5c9589_0_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2a2a5c9589_0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2a2a5c9589_0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2a2a5c9589_0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2a2a5c9589_0_1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2a2a5c9589_0_1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2a2a5c9589_0_1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2a2a5c9589_0_1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2a2a5c9589_0_1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2a2a5c9589_0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2a2a5c9589_0_1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2a2a5c9589_0_1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2a2a5c9589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2a2a5c9589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2a2a5c9589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2a2a5c9589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sustainabilitymethods.org/index.php/Conceptual_Figures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0" y="744575"/>
            <a:ext cx="8520600" cy="115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Diversity Patterns IV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1995950"/>
            <a:ext cx="8520600" cy="28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Today’s Agenda:</a:t>
            </a:r>
            <a:endParaRPr b="1"/>
          </a:p>
          <a:p>
            <a:pPr indent="-406400" lvl="0" marL="457200" rtl="0" algn="ctr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Quiz</a:t>
            </a:r>
            <a:endParaRPr/>
          </a:p>
          <a:p>
            <a:pPr indent="-406400" lvl="0" marL="457200" rtl="0" algn="ctr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Assignment: Conceptual Figures</a:t>
            </a:r>
            <a:endParaRPr/>
          </a:p>
          <a:p>
            <a:pPr indent="-406400" lvl="0" marL="457200" rtl="0" algn="ctr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Student Presentations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Conceptual figures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“visualisations that do not represent data itself, but help illustrate a theoretical idea or a methodological design. They are often relevant for scientific publications, and can help improve presentations and pitches by making an idea or approach more understandable for the audience.”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https://sustainabilitymethods.org/index.php/Conceptual_Figures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Conceptual figures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Make complex ideas more clear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Show simplified views of a system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Cartoon versions of mechanisms or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VERY underappreciated/underutilized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Conceptual figures - Examples</a:t>
            </a:r>
            <a:endParaRPr/>
          </a:p>
        </p:txBody>
      </p:sp>
      <p:pic>
        <p:nvPicPr>
          <p:cNvPr id="73" name="Google Shape;7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3891277" cy="382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6"/>
          <p:cNvPicPr preferRelativeResize="0"/>
          <p:nvPr/>
        </p:nvPicPr>
        <p:blipFill rotWithShape="1">
          <a:blip r:embed="rId4">
            <a:alphaModFix/>
          </a:blip>
          <a:srcRect b="33014" l="13390" r="39076" t="32082"/>
          <a:stretch/>
        </p:blipFill>
        <p:spPr>
          <a:xfrm>
            <a:off x="4768875" y="1213025"/>
            <a:ext cx="3503150" cy="14469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Conceptual figures - Examples</a:t>
            </a:r>
            <a:endParaRPr/>
          </a:p>
        </p:txBody>
      </p:sp>
      <p:pic>
        <p:nvPicPr>
          <p:cNvPr id="80" name="Google Shape;8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6340485" cy="3820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7"/>
          <p:cNvPicPr preferRelativeResize="0"/>
          <p:nvPr/>
        </p:nvPicPr>
        <p:blipFill rotWithShape="1">
          <a:blip r:embed="rId4">
            <a:alphaModFix/>
          </a:blip>
          <a:srcRect b="37566" l="34770" r="17435" t="27751"/>
          <a:stretch/>
        </p:blipFill>
        <p:spPr>
          <a:xfrm>
            <a:off x="6205875" y="2823700"/>
            <a:ext cx="2779550" cy="11345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Conceptual figures - Examples</a:t>
            </a:r>
            <a:endParaRPr/>
          </a:p>
        </p:txBody>
      </p:sp>
      <p:pic>
        <p:nvPicPr>
          <p:cNvPr id="87" name="Google Shape;87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6688343" cy="3820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8"/>
          <p:cNvPicPr preferRelativeResize="0"/>
          <p:nvPr/>
        </p:nvPicPr>
        <p:blipFill rotWithShape="1">
          <a:blip r:embed="rId4">
            <a:alphaModFix/>
          </a:blip>
          <a:srcRect b="29668" l="14177" r="39217" t="33914"/>
          <a:stretch/>
        </p:blipFill>
        <p:spPr>
          <a:xfrm>
            <a:off x="6352074" y="330999"/>
            <a:ext cx="2480227" cy="10901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Conceptual figures - Examples</a:t>
            </a:r>
            <a:endParaRPr/>
          </a:p>
        </p:txBody>
      </p:sp>
      <p:pic>
        <p:nvPicPr>
          <p:cNvPr id="94" name="Google Shape;9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0025" y="933000"/>
            <a:ext cx="6748975" cy="396262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9"/>
          <p:cNvSpPr txBox="1"/>
          <p:nvPr/>
        </p:nvSpPr>
        <p:spPr>
          <a:xfrm>
            <a:off x="0" y="4765975"/>
            <a:ext cx="5708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Enquist et al., </a:t>
            </a:r>
            <a:r>
              <a:rPr i="1" lang="en" sz="800">
                <a:solidFill>
                  <a:schemeClr val="dk2"/>
                </a:solidFill>
              </a:rPr>
              <a:t>in prep</a:t>
            </a:r>
            <a:endParaRPr i="1" sz="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Conceptual figures - Examples</a:t>
            </a:r>
            <a:endParaRPr/>
          </a:p>
        </p:txBody>
      </p:sp>
      <p:pic>
        <p:nvPicPr>
          <p:cNvPr id="101" name="Google Shape;10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6230707" cy="344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20"/>
          <p:cNvPicPr preferRelativeResize="0"/>
          <p:nvPr/>
        </p:nvPicPr>
        <p:blipFill rotWithShape="1">
          <a:blip r:embed="rId4">
            <a:alphaModFix/>
          </a:blip>
          <a:srcRect b="30245" l="14398" r="38778" t="36999"/>
          <a:stretch/>
        </p:blipFill>
        <p:spPr>
          <a:xfrm>
            <a:off x="6586950" y="185198"/>
            <a:ext cx="2502902" cy="9849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Conceptual Figure Assignment: Due by Feb 13th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Select a paper that focuses on Biodiversity-Ecosystem Functioning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Should be one that doesn’t already have a conceptual figure in it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Ideally will involve your focal system, but not required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Conceptual Figure Assignment: Due by Feb 13th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Select a paper that focuses on Biodiversity-Ecosystem Functioning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Should be one that doesn’t already have a conceptual figure in it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Ideally will involve your focal system, but not required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Make a conceptual figure and caption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Can be any type of conceptual figure, e.g.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Hypotheses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Methods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Workflows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Concepts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Conceptual Figure Assignment: Due by Feb 13th</a:t>
            </a:r>
            <a:endParaRPr/>
          </a:p>
        </p:txBody>
      </p:sp>
      <p:sp>
        <p:nvSpPr>
          <p:cNvPr id="120" name="Google Shape;120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Select a paper that focuses on Biodiversity-Ecosystem Functioning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Should be one that doesn’t already have a conceptual figure in it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Ideally will involve your focal system, but not required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Make a conceptual figure and caption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Can be any type of conceptual figure, e.g.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Hypotheses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Methods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Workflows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Concepts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Submit to canvas as a Word file or PDF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Conceptual figure, caption, reference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Conceptual Figure Assignment: Due by Feb 13th</a:t>
            </a:r>
            <a:endParaRPr/>
          </a:p>
        </p:txBody>
      </p:sp>
      <p:sp>
        <p:nvSpPr>
          <p:cNvPr id="126" name="Google Shape;126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Questions?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Student Presentations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class: Biodiversity and Ecosystem Functioning!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