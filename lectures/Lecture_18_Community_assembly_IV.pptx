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d8981be03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d8981be03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abb0f571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abb0f571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d8981be037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d8981be037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11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Community Assembly IV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389575"/>
            <a:ext cx="8520600" cy="24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Today’s Agenda: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Quiz</a:t>
            </a:r>
            <a:endParaRPr/>
          </a:p>
          <a:p>
            <a:pPr indent="-406400" lvl="0" marL="457200" rtl="0" algn="ctr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/>
              <a:t>Student Presentations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presentations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class: Trait-based ecology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