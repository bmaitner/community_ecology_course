
<file path=[Content_Types].xml><?xml version="1.0" encoding="utf-8"?>
<Types xmlns="http://schemas.openxmlformats.org/package/2006/content-types">
  <Default ContentType="application/xml" Extension="xml"/>
  <Default ContentType="application/vnd.openxmlformats-package.relationships+xml" Extension="rels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g2d8981be037_0_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g2d8981be037_0_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g346abb0f571_0_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8" name="Google Shape;58;g346abb0f571_0_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g2d8981be037_0_5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4" name="Google Shape;64;g2d8981be037_0_5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>
            <p:ph type="ctrTitle"/>
          </p:nvPr>
        </p:nvSpPr>
        <p:spPr>
          <a:xfrm>
            <a:off x="311700" y="744575"/>
            <a:ext cx="8520600" cy="1152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Community Assembly IV</a:t>
            </a:r>
            <a:endParaRPr/>
          </a:p>
        </p:txBody>
      </p:sp>
      <p:sp>
        <p:nvSpPr>
          <p:cNvPr id="55" name="Google Shape;55;p13"/>
          <p:cNvSpPr txBox="1"/>
          <p:nvPr>
            <p:ph idx="1" type="subTitle"/>
          </p:nvPr>
        </p:nvSpPr>
        <p:spPr>
          <a:xfrm>
            <a:off x="311700" y="2389575"/>
            <a:ext cx="8520600" cy="2430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/>
              <a:t>Today’s Agenda:</a:t>
            </a:r>
            <a:endParaRPr b="1"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/>
          </a:p>
          <a:p>
            <a:pPr indent="-406400" lvl="0" marL="457200" rtl="0" algn="ctr">
              <a:spcBef>
                <a:spcPts val="0"/>
              </a:spcBef>
              <a:spcAft>
                <a:spcPts val="0"/>
              </a:spcAft>
              <a:buSzPts val="2800"/>
              <a:buChar char="●"/>
            </a:pPr>
            <a:r>
              <a:rPr lang="en"/>
              <a:t>Quiz</a:t>
            </a:r>
            <a:endParaRPr/>
          </a:p>
          <a:p>
            <a:pPr indent="-406400" lvl="0" marL="457200" rtl="0" algn="ctr">
              <a:spcBef>
                <a:spcPts val="0"/>
              </a:spcBef>
              <a:spcAft>
                <a:spcPts val="0"/>
              </a:spcAft>
              <a:buSzPts val="2800"/>
              <a:buChar char="●"/>
            </a:pPr>
            <a:r>
              <a:rPr lang="en"/>
              <a:t>Student Presentations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Student presentations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1" name="Google Shape;61;p14"/>
          <p:cNvSpPr txBox="1"/>
          <p:nvPr/>
        </p:nvSpPr>
        <p:spPr>
          <a:xfrm>
            <a:off x="1329975" y="1817575"/>
            <a:ext cx="57084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</a:rPr>
              <a:t>Student slides</a:t>
            </a:r>
            <a:endParaRPr sz="18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Next class: Trait-based ecology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